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&amp; GPA Module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Nguyen Hoang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— Chapter 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3108960" cy="548640"/>
          </a:xfrm>
          <a:prstGeom prst="rect">
            <a:avLst/>
          </a:prstGeom>
          <a:solidFill>
            <a:srgbClr val="2B357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Attendance×0.1 + Midterm×0.3 + Final×0.6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3108960" cy="548640"/>
          </a:xfrm>
          <a:prstGeom prst="rect">
            <a:avLst/>
          </a:prstGeom>
          <a:solidFill>
            <a:srgbClr val="2B357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= Σ(Credits × Total) / Σ(Credits)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5532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Giỏi ≥ 8.0   •   Khá 6.5–7.9   •   TB 5.0–6.4   •   Yếu &lt; 5.0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43400" y="411480"/>
            <a:ext cx="7360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343400" y="868680"/>
            <a:ext cx="7360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each student’s Total score and GPA in the C# service layer (never in SQL), then exposes them through role-restricted REST endpoints.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508760"/>
          <a:ext cx="736092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1945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 PUT /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api/grades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Teacher,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or edit a student's grade for a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api/students/{id}/grades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Teacher, Student (self)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 student's full grade sheet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api/students/{id}/gpa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Teacher, Student (self)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computed GPA +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Image 1" descr="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983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495604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Audit-logged: </a:t>
            </a:r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grade create/update/delete writes an AuditLog row (who, when, old → new value) in the same service call.</a:t>
            </a:r>
            <a:endParaRPr lang="en-US" sz="1250" dirty="0"/>
          </a:p>
        </p:txBody>
      </p:sp>
      <p:pic>
        <p:nvPicPr>
          <p:cNvPr id="14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6692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46320" y="5641848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</a:t>
            </a:r>
            <a:pPr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teacher assigned to a class section (or Admin) may enter or change its grades — enforced in the service, not just the controller.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5603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766560" y="25603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on every non-public endpoint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19522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01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 issued at login; ASP.NET Core Identity hashes every password. Secrets/connection strings kept out of Git.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416552" y="16002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45152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96" y="19522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5232" y="1801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45152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Teacher / Student roles gate controllers: Admin — full access, Teacher — own classes only, Student — read-only, own data only.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330184" y="16002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58784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228" y="195224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98864" y="180136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 (defense-in-depth)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558784" y="24688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re-checks ownership even after [Authorize]: isPrivileged bypasses for Admin/Teacher; otherwise requestingUserId must match → else 403 Forbidden.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418795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53999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no over-posting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31520" y="505663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bind DTOs only, never entities. Scores validated 0–10 with data annotations; invalid input rejected with 400 before it reaches the database.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16552" y="418795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45152" y="4416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icon_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596" y="4539996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85232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45152" y="505663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grade change is logged: who, when, old value → new value — traceable accountability for a sensitive academic record.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330184" y="4187952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5F7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558784" y="4416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icon_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2228" y="4539996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98864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data access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558784" y="5056632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LINQ compiles to parameterized SQL only — no string-concatenated queries — closing off SQL injection.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2026-08-11T16:16:07Z</dcterms:created>
  <dcterms:modified xsi:type="dcterms:W3CDTF">2026-08-11T16:16:07Z</dcterms:modified>
</cp:coreProperties>
</file>